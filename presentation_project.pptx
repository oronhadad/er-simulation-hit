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331720"/>
            <a:ext cx="64008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סימולציית חדר מיון — DES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סדנה מתקדמת לתכנות — HIT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מכון טכנולוגי חולון | פרויקט סיום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24528" y="3931920"/>
            <a:ext cx="694944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07992" y="3730752"/>
            <a:ext cx="201168" cy="60350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סקירת הפרויקט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מדמה משמרת של 8 שעות בחדר מיון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מטופלים מגיעים עם 3 רמות דחיפות: קריטי / דחוף / לא דחוף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רופאים מטפלים לפי עדיפות — הקריטי ביותר קודם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נכתב בשפת C כסימולציית אירועים בדידים (DES)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קהל יעד: מנהלי בתי חולים, מתכנני חדרי מיון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מקוריות ויצירתיות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עיצוב מקורי — לא העתק של אף אפליקציה קיימת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תורים בסדר עדיפות + הקשר רפואי ריאליסטי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שמות רופאים, שמות מטופלים ואבחנות אקראיות לפי חומרה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התפלגות אקספוננציאלית מדמה תהליך פואסון אמיתי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פרמטרים ניתנים להגדרה + שמירה/טעינה מקובץ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ארכיטקטורת המערכת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931920"/>
        </p:xfrm>
        <a:graphic>
          <a:graphicData uri="http://schemas.openxmlformats.org/drawingml/2006/table">
            <a:tbl>
              <a:tblPr/>
              <a:tblGrid>
                <a:gridCol w="2560320"/>
                <a:gridCol w="58521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רכיב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תפקיד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(מטופל)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ישות במערכת: ממתין / בטיפול / שוחרר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(רופא)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שרת: פנוי / עסוק, עוקב אחר ניצול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(אירוע)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צומת ב-FEL: הגעה / סיום טיפול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רשימה ממוינת — לב מנוע ה-DES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תורי המתנה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רשימות FIFO, אחת לכל רמת חומרה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SimStats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מטריצה דינמית + מונים לסטטיסטיקות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מבני נתונים — Structs ורשימות מקושרות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06324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51560"/>
            <a:ext cx="3986784" cy="306324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Patient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name[50];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 severity;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arrival_time;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service_start;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char diagnosis[100];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Patient *next;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Patient;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63440" y="1051560"/>
            <a:ext cx="4206240" cy="306324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3168" y="1051560"/>
            <a:ext cx="3986784" cy="306324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Event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time;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EventType type;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patient_id;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doctor_id;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 severity;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struct Event *next;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Event;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42062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i="1" dirty="0">
                <a:solidFill>
                  <a:srgbClr val="2E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רשימות מקושרות משמשות ל: FEL (ממוין לפי זמן), 3 תורי המתנה (FIFO לפי חומרה)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זיכרון דינמי — מטריצת סטטיסטיקות שעתיות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מבנה SimStats מכיל מטריצה דו-ממדית שמוקצת דינמית: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8595360" cy="178308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63040"/>
            <a:ext cx="8375904" cy="178308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s-&gt;hourly_data = (double **)malloc(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s-&gt;num_hours * sizeof(double *));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s-&gt;num_hours; i++)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s-&gt;hourly_data[i] = (double *)calloc(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HOURLY_COLS, sizeof(double));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33375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עמודות: </a:t>
            </a:r>
            <a:pPr rtl="1" algn="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הגיעו | טופלו | המתנה ממוצעת | אורך תור | ניצול 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79476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דינמי: </a:t>
            </a:r>
            <a:pPr rtl="1" algn="r" indent="0" marL="0"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משך הסימולציה מוגדר ע"י המשתמש — הגודל לא ידוע בזמן קומפילציה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פונקציות מרכזיות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977640"/>
        </p:xfrm>
        <a:graphic>
          <a:graphicData uri="http://schemas.openxmlformats.org/drawingml/2006/table">
            <a:tbl>
              <a:tblPr/>
              <a:tblGrid>
                <a:gridCol w="3566160"/>
                <a:gridCol w="50292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פונקציה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מטרה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insert_event(...)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הוספת אירוע ל-FEL ממוין לפי זמן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pop_event(...)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הסרת האירוע המוקדם ביותר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handle_arrival(...)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יצירת מטופל, שיוך לרופא פנוי או לתור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handle_completion(...)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שחרור רופא, בחירת המטופל הבא לפי עדיפות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find_idle_doctor(...)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חיפוש לינארי לרופא פנוי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sort_doctors_by_utilization(...)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מיון בחירה לפי זמן עיסוק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create_stats(...)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malloc של המטריצה הדינמית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save_config / load_config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0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כתיבה/קריאה של קובץ הגדרות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בקבצים (שמירה וטעינה)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קבצי פלט שנוצרים על ידי הסימולציה: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8412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er_config.txt  </a:t>
            </a:r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פרמטרי הסימולציה (שמירה וטעינה)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er_log.txt     </a:t>
            </a:r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יומן אירועים מלא שנכתב במהלך הסימולציה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414016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er_report.txt  </a:t>
            </a:r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דוח סטטיסטיקות סופי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קטע קוד (3 שורות):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8412480" cy="141732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401568"/>
            <a:ext cx="8193024" cy="141732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*fp = fopen("er_config.txt", "w");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fprintf(fp, "num_doctors  %d\n", cfg-&gt;num_doctors);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fclose(fp);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 לדוגמה מהסימולציה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אירועים: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8595360" cy="160020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371600"/>
            <a:ext cx="8375904" cy="160020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   0.04 | Amelia-001  [CRITICAL] -&gt; Dr. Cohen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   0.82 | William-002 [URGENT  ] -&gt; Dr. Levi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   3.54 | William-004 [NON-URG ] -&gt; queued (1)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   7.23 | Dr. Levi finishes William-002  wait=0.0 min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| Dr. Levi -&gt; Mia-005 [CRITICAL]  waited 2.8 min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סופי: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8595360" cy="137160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3429000"/>
            <a:ext cx="8375904" cy="137160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סה"כ טופלו: 32  |  המתנה מקסימלית: 185.7 דק'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[קריטי] טופלו: 20  ממוצע המתנה: 41.4 דק'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ניצול: Dr. Cohen 69.8%  |  Dr. Levi 91.8%  |  Dr. Brown 66.1%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הוראות קדם-מעבד (#define)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3520440"/>
          </a:xfrm>
          <a:prstGeom prst="rect">
            <a:avLst/>
          </a:prstGeom>
          <a:solidFill>
            <a:srgbClr val="121C2B"/>
          </a:solidFill>
          <a:ln w="12700">
            <a:solidFill>
              <a:srgbClr val="121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8375904" cy="3520440"/>
          </a:xfrm>
          <a:prstGeom prst="rect">
            <a:avLst/>
          </a:prstGeom>
          <a:noFill/>
          <a:ln/>
        </p:spPr>
        <p:txBody>
          <a:bodyPr wrap="square" lIns="101600" tIns="76200" rIns="76200" bIns="7620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MAX_DOCTORS       10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DEFAULT_SIM_MIN  480.0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LOG_FILE         "er_log.txt"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התפלגות אקספוננציאלית — מדמה תהליך פואסון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RAND_EXP(avg)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(-(avg) * log((double)rand() / RAND_MAX + 1e-9))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שם חומרה לפלט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SEV_NAME(s)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((s)==CRITICAL ? "CRITICAL" :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(s)==URGENT   ? "URGENT"   : "NON-URG")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i="1" dirty="0">
                <a:solidFill>
                  <a:srgbClr val="2E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גם: #ifndef include guards, typedef, enum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בכלי 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— עיצוב מערכת, הגדרת structs, לוגיקת מטפלי האירועים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שימושים: אימות רעיונות, סקירת קוד C, דיבאג קונפליקט log/math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הקוד נכתב והובן על ידי הסטודנט — AI כמדריך, לא כסופר-רפאים</a:t>
            </a:r>
            <a:endParaRPr lang="en-US" sz="1500" dirty="0"/>
          </a:p>
          <a:p>
            <a:pPr rtl="1"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כלי: Claude Code CLI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רפלקציה — האתגר הגדול ביותר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024128"/>
            <a:ext cx="8595360" cy="1325880"/>
          </a:xfrm>
          <a:prstGeom prst="rect">
            <a:avLst/>
          </a:prstGeom>
          <a:solidFill>
            <a:srgbClr val="2E5985"/>
          </a:solidFill>
          <a:ln w="12700">
            <a:solidFill>
              <a:srgbClr val="2E59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698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האתגר: </a:t>
            </a:r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המאקרו RAND_EXP משתמש בפונקציה log() מ-math.h, אך משתנה מקומי FILE *log גרם לקונפליקט שמות — הקומפיילר ניסה לקרוא למצביע הקובץ כפונקציה.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4320" y="2423160"/>
            <a:ext cx="8595360" cy="685800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הפתרון: </a:t>
            </a:r>
            <a:pPr rtl="1" algn="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שינוי שם כל משתני FILE* ל-log_fp בכל קבצי המקור.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182112"/>
            <a:ext cx="8595360" cy="685800"/>
          </a:xfrm>
          <a:prstGeom prst="rect">
            <a:avLst/>
          </a:prstGeom>
          <a:solidFill>
            <a:srgbClr val="163554"/>
          </a:solidFill>
          <a:ln w="12700">
            <a:solidFill>
              <a:srgbClr val="1635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278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שנלמד: </a:t>
            </a:r>
            <a:pPr rtl="1" algn="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ב-C, שמות מאקרו ומשתנים מקומיים יכולים להתנגש בשקט — תמיד בדוק הרחבות מאקרו כשמדבגים שגיאות טיפוס.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3941064"/>
            <a:ext cx="8595360" cy="914400"/>
          </a:xfrm>
          <a:prstGeom prst="rect">
            <a:avLst/>
          </a:prstGeom>
          <a:solidFill>
            <a:srgbClr val="2E5985"/>
          </a:solidFill>
          <a:ln w="12700">
            <a:solidFill>
              <a:srgbClr val="2E598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86784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שאני גאה בו: </a:t>
            </a:r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מערכת התורים בסדר עדיפות מטפלת נכון במטופלים קריטיים קודם, גם כשהם מגיעים אחרי מטופלים דחופים שכבר ממתינים.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 DES Simulation</dc:title>
  <dc:subject>PptxGenJS Presentation</dc:subject>
  <dc:creator>HIT</dc:creator>
  <cp:lastModifiedBy>HIT</cp:lastModifiedBy>
  <cp:revision>1</cp:revision>
  <dcterms:created xsi:type="dcterms:W3CDTF">2026-05-24T12:39:41Z</dcterms:created>
  <dcterms:modified xsi:type="dcterms:W3CDTF">2026-05-24T12:39:41Z</dcterms:modified>
</cp:coreProperties>
</file>